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WinFS_InventoryCSV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&amp; Demo Overview – Version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Tool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Scans Windows folders and files</a:t>
            </a:r>
          </a:p>
          <a:p>
            <a:r>
              <a:t>• Multi-job automation using .config</a:t>
            </a:r>
          </a:p>
          <a:p>
            <a:r>
              <a:t>• Generates CSV outputs + logs</a:t>
            </a:r>
          </a:p>
          <a:p>
            <a:r>
              <a:t>• Creates run-level summary</a:t>
            </a:r>
          </a:p>
          <a:p>
            <a:r>
              <a:t>• No pop-ups, fully automated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Should Use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Administrators</a:t>
            </a:r>
          </a:p>
          <a:p>
            <a:r>
              <a:t>• IT Support Teams</a:t>
            </a:r>
          </a:p>
          <a:p>
            <a:r>
              <a:t>• Data Owners</a:t>
            </a:r>
          </a:p>
          <a:p>
            <a:r>
              <a:t>• Compliance / Audit Teams</a:t>
            </a:r>
          </a:p>
          <a:p>
            <a:r>
              <a:t>• Developers validating folder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[Job1]</a:t>
            </a:r>
          </a:p>
          <a:p>
            <a:r>
              <a:t>ScanFolder=C:\Tools</a:t>
            </a:r>
          </a:p>
          <a:p>
            <a:r>
              <a:t>OutputFolder=C:\Output</a:t>
            </a:r>
          </a:p>
          <a:p>
            <a:r>
              <a:t>Mode=Both</a:t>
            </a:r>
          </a:p>
          <a:p>
            <a:r>
              <a:t>Email=user@example.com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FILES – Only file details</a:t>
            </a:r>
          </a:p>
          <a:p>
            <a:r>
              <a:t>• FOLDERS – Only folder details</a:t>
            </a:r>
          </a:p>
          <a:p>
            <a:r>
              <a:t>• BOTH – Full scan</a:t>
            </a:r>
          </a:p>
          <a:p>
            <a:r>
              <a:t>• Invalid mode → CONFIG_ERROR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 job:</a:t>
            </a:r>
          </a:p>
          <a:p>
            <a:r>
              <a:t>• &lt;System&gt;_&lt;Folder&gt;_&lt;Mode&gt;_&lt;TS&gt;.csv</a:t>
            </a:r>
          </a:p>
          <a:p>
            <a:r>
              <a:t>• &lt;System&gt;_&lt;Folder&gt;_&lt;Mode&gt;_&lt;TS&gt;_log.csv</a:t>
            </a:r>
          </a:p>
          <a:p/>
          <a:p>
            <a:r>
              <a:t>Run-level summary:</a:t>
            </a:r>
          </a:p>
          <a:p>
            <a:r>
              <a:t>• scanutility_YYYYMMDD_HHMM.csv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Place script + .config in same folder</a:t>
            </a:r>
          </a:p>
          <a:p>
            <a:r>
              <a:t>• Double-click the .vbs file OR</a:t>
            </a:r>
          </a:p>
          <a:p>
            <a:r>
              <a:t>• Run from command line:</a:t>
            </a:r>
          </a:p>
          <a:p>
            <a:r>
              <a:t>  cscript WinFS_InventoryCSV.vbs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Scheduled Tasks</a:t>
            </a:r>
          </a:p>
          <a:p>
            <a:r>
              <a:t>• Permissions: Read/Write</a:t>
            </a:r>
          </a:p>
          <a:p>
            <a:r>
              <a:t>• Log monitoring</a:t>
            </a:r>
          </a:p>
          <a:p>
            <a:r>
              <a:t>• Output retention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architecture (Main → RunJob → ScanRecursive)</a:t>
            </a:r>
          </a:p>
          <a:p>
            <a:r>
              <a:t>• Extensibility: hashing, email, size computation</a:t>
            </a:r>
          </a:p>
          <a:p>
            <a:r>
              <a:t>• Error handling</a:t>
            </a:r>
          </a:p>
          <a:p>
            <a:r>
              <a:t>• Modular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Hashing (SHA256/MD5)</a:t>
            </a:r>
          </a:p>
          <a:p>
            <a:r>
              <a:t>• Folder size calculation</a:t>
            </a:r>
          </a:p>
          <a:p>
            <a:r>
              <a:t>• PowerShell multi-thread version</a:t>
            </a:r>
          </a:p>
          <a:p>
            <a:r>
              <a:t>• GUI wrapper</a:t>
            </a:r>
          </a:p>
          <a:p>
            <a:r>
              <a:t>• Automated email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training/demo purposes.</a:t>
            </a:r>
          </a:p>
          <a:p>
            <a:r>
              <a:t>Version 1.1 –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